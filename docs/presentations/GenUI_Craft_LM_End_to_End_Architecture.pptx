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32004854645e7" /><Relationship Type="http://schemas.openxmlformats.org/officeDocument/2006/relationships/extended-properties" Target="/docProps/app.xml" Id="R7237a4383e4e4da6" /><Relationship Type="http://schemas.openxmlformats.org/officeDocument/2006/relationships/officeDocument" Target="/ppt/presentation.xml" Id="Raad93a994bc7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708028b9e9400c"/>
  </p:sldMasterIdLst>
  <p:notesMasterIdLst>
    <p:notesMasterId xmlns:r="http://schemas.openxmlformats.org/officeDocument/2006/relationships" r:id="R4dcf7e32537245bd"/>
  </p:notesMasterIdLst>
  <p:sldIdLst>
    <p:sldId xmlns:r="http://schemas.openxmlformats.org/officeDocument/2006/relationships" id="256" r:id="R1b7fe958d69b4b5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295396e0a4904" /><Relationship Type="http://schemas.openxmlformats.org/officeDocument/2006/relationships/slideMaster" Target="/ppt/slideMasters/slideMaster1.xml" Id="R88708028b9e9400c" /><Relationship Type="http://schemas.openxmlformats.org/officeDocument/2006/relationships/notesMaster" Target="/ppt/notesMasters/notesMaster1.xml" Id="R4dcf7e32537245bd" /><Relationship Type="http://schemas.openxmlformats.org/officeDocument/2006/relationships/presProps" Target="/ppt/presProps.xml" Id="Rda561aa0a0f64712" /><Relationship Type="http://schemas.openxmlformats.org/officeDocument/2006/relationships/tableStyles" Target="/ppt/tableStyles.xml" Id="Rb118cbf42d95471d" /><Relationship Type="http://schemas.openxmlformats.org/officeDocument/2006/relationships/slide" Target="/ppt/slides/slide1.xml" Id="R1b7fe958d69b4b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4a18c416b4d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7a10e4ad34550" /><Relationship Type="http://schemas.openxmlformats.org/officeDocument/2006/relationships/notesMaster" Target="/ppt/notesMasters/notesMaster1.xml" Id="R506e38aebc06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 architecture image supplied by the user in this conversation, codex-clipboard-136cdd9c-dde4-44c3-a2f8-81064a3a48eb.png.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User utterances fan out to AI Agents 1, 2 and 3. Their responses enter GenUI Craft LM with A2UI Express. The model generates an intermediate representation, which the native renderer adapts to TV/PC, mobile/tablet and watch.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Delhi-to-Bengaluru flight cards are illustrative UI examples from the reference, not live flight information. The watch intentionally omits the 10:30 time shown by the other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878dd91af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d2431d6a14d91" /><Relationship Type="http://schemas.openxmlformats.org/officeDocument/2006/relationships/slideLayout" Target="/ppt/slideLayouts/slideLayout1.xml" Id="R1c16ea3f982d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6ea3f982d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b5b4fef5f46f0" /><Relationship Type="http://schemas.openxmlformats.org/officeDocument/2006/relationships/image" Target="/ppt/media/image.png" Id="R8580e36d314a4d33" /><Relationship Type="http://schemas.openxmlformats.org/officeDocument/2006/relationships/image" Target="/ppt/media/image2.png" Id="R187150cf1f3741d4" /><Relationship Type="http://schemas.openxmlformats.org/officeDocument/2006/relationships/image" Target="/ppt/media/image3.png" Id="Rbf558ff4ed4e4d15" /><Relationship Type="http://schemas.openxmlformats.org/officeDocument/2006/relationships/image" Target="/ppt/media/image4.png" Id="R17643c259dba4c41" /><Relationship Type="http://schemas.openxmlformats.org/officeDocument/2006/relationships/image" Target="/ppt/media/image5.png" Id="R512be6849a734f86" /><Relationship Type="http://schemas.openxmlformats.org/officeDocument/2006/relationships/image" Target="/ppt/media/image6.png" Id="R93ea7389eb3c444e" /><Relationship Type="http://schemas.openxmlformats.org/officeDocument/2006/relationships/image" Target="/ppt/media/image7.png" Id="Rbea4274057ba4aa5" /><Relationship Type="http://schemas.openxmlformats.org/officeDocument/2006/relationships/image" Target="/ppt/media/image8.png" Id="R78c5964c587348ba" /><Relationship Type="http://schemas.openxmlformats.org/officeDocument/2006/relationships/image" Target="/ppt/media/image9.png" Id="Ra4d73cd9d6844149" /><Relationship Type="http://schemas.openxmlformats.org/officeDocument/2006/relationships/image" Target="/ppt/media/image10.png" Id="Rdd4420fb2a9d4e20" /><Relationship Type="http://schemas.openxmlformats.org/officeDocument/2006/relationships/image" Target="/ppt/media/image11.png" Id="Rea145562338d4fd8" /><Relationship Type="http://schemas.openxmlformats.org/officeDocument/2006/relationships/notesSlide" Target="/ppt/notesSlides/notesSlide1.xml" Id="R0eca697551dd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24D33A-846A-4008-BD88-18EF0691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362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57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End to End Architecture</a:t>
            </a:r>
          </a:p>
        </p:txBody>
      </p:sp>
      <p:sp>
        <p:nvSpPr>
          <p:cNvPr id="2" name="user-node">
            <a:extLst xmlns:a="http://schemas.openxmlformats.org/drawingml/2006/main">
              <a:ext uri="{FF2B5EF4-FFF2-40B4-BE49-F238E27FC236}">
                <a16:creationId xmlns:a16="http://schemas.microsoft.com/office/drawing/2014/main" id="{A739C8F9-F8AB-463D-9F92-E5BF2742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15621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0e36d314a4d33"/>
          <a:stretch xmlns:a="http://schemas.openxmlformats.org/drawingml/2006/main"/>
        </p:blipFill>
        <p:spPr>
          <a:xfrm xmlns:a="http://schemas.openxmlformats.org/drawingml/2006/main">
            <a:off x="432784" y="4667250"/>
            <a:ext cx="1534732" cy="1524000"/>
          </a:xfrm>
          <a:prstGeom xmlns:a="http://schemas.openxmlformats.org/drawingml/2006/main" prst="ellipse">
            <a:avLst/>
          </a:prstGeom>
        </p:spPr>
      </p:pic>
      <p:sp>
        <p:nvSpPr>
          <p:cNvPr id="4" name="user-label">
            <a:extLst xmlns:a="http://schemas.openxmlformats.org/drawingml/2006/main">
              <a:ext uri="{FF2B5EF4-FFF2-40B4-BE49-F238E27FC236}">
                <a16:creationId xmlns:a16="http://schemas.microsoft.com/office/drawing/2014/main" id="{AD77CB27-E09C-4804-9593-80996553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22935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User Utterance</a:t>
            </a:r>
          </a:p>
        </p:txBody>
      </p:sp>
      <p:sp>
        <p:nvSpPr>
          <p:cNvPr id="5" name="user-modality">
            <a:extLst xmlns:a="http://schemas.openxmlformats.org/drawingml/2006/main">
              <a:ext uri="{FF2B5EF4-FFF2-40B4-BE49-F238E27FC236}">
                <a16:creationId xmlns:a16="http://schemas.microsoft.com/office/drawing/2014/main" id="{22879861-4ABB-418D-B805-E30F657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7702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224A"/>
                </a:solidFill>
                <a:latin typeface="Arial"/>
                <a:ea typeface="Arial"/>
                <a:cs typeface="Arial"/>
              </a:rPr>
              <a:t>Voice or text</a:t>
            </a:r>
          </a:p>
        </p:txBody>
      </p:sp>
      <p:sp>
        <p:nvSpPr>
          <p:cNvPr id="6" name="agent-1-node">
            <a:extLst xmlns:a="http://schemas.openxmlformats.org/drawingml/2006/main">
              <a:ext uri="{FF2B5EF4-FFF2-40B4-BE49-F238E27FC236}">
                <a16:creationId xmlns:a16="http://schemas.microsoft.com/office/drawing/2014/main" id="{44A1529F-A1A4-46FC-AF3D-ACAE5C7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6573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CEC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150cf1f3741d4"/>
          <a:stretch xmlns:a="http://schemas.openxmlformats.org/drawingml/2006/main"/>
        </p:blipFill>
        <p:spPr>
          <a:xfrm xmlns:a="http://schemas.openxmlformats.org/drawingml/2006/main">
            <a:off x="3219515" y="2933700"/>
            <a:ext cx="876170" cy="809625"/>
          </a:xfrm>
          <a:prstGeom xmlns:a="http://schemas.openxmlformats.org/drawingml/2006/main" prst="rect">
            <a:avLst/>
          </a:prstGeom>
        </p:spPr>
      </p:pic>
      <p:sp>
        <p:nvSpPr>
          <p:cNvPr id="8" name="agent-1-label">
            <a:extLst xmlns:a="http://schemas.openxmlformats.org/drawingml/2006/main">
              <a:ext uri="{FF2B5EF4-FFF2-40B4-BE49-F238E27FC236}">
                <a16:creationId xmlns:a16="http://schemas.microsoft.com/office/drawing/2014/main" id="{2F6DB2CF-A48B-4652-ABBE-23044A7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290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AI Agent 1</a:t>
            </a:r>
          </a:p>
        </p:txBody>
      </p:sp>
      <p:cxnSp>
        <p:nvCxnSpPr>
          <p:cNvPr id="59" name="User to Agent 1"/>
          <p:cNvCxnSpPr>
            <a:stCxn xmlns:a="http://schemas.openxmlformats.org/drawingml/2006/main" id="2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981200" y="3524250"/>
            <a:ext cx="85725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sp>
        <p:nvSpPr>
          <p:cNvPr id="10" name="agent-2-node">
            <a:extLst xmlns:a="http://schemas.openxmlformats.org/drawingml/2006/main">
              <a:ext uri="{FF2B5EF4-FFF2-40B4-BE49-F238E27FC236}">
                <a16:creationId xmlns:a16="http://schemas.microsoft.com/office/drawing/2014/main" id="{835F9ACE-1289-4831-968F-92A2C280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86300"/>
            <a:ext cx="16573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CEC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58ff4ed4e4d15"/>
          <a:stretch xmlns:a="http://schemas.openxmlformats.org/drawingml/2006/main"/>
        </p:blipFill>
        <p:spPr>
          <a:xfrm xmlns:a="http://schemas.openxmlformats.org/drawingml/2006/main">
            <a:off x="3219515" y="4838700"/>
            <a:ext cx="876170" cy="809625"/>
          </a:xfrm>
          <a:prstGeom xmlns:a="http://schemas.openxmlformats.org/drawingml/2006/main" prst="rect">
            <a:avLst/>
          </a:prstGeom>
        </p:spPr>
      </p:pic>
      <p:sp>
        <p:nvSpPr>
          <p:cNvPr id="12" name="agent-2-label">
            <a:extLst xmlns:a="http://schemas.openxmlformats.org/drawingml/2006/main">
              <a:ext uri="{FF2B5EF4-FFF2-40B4-BE49-F238E27FC236}">
                <a16:creationId xmlns:a16="http://schemas.microsoft.com/office/drawing/2014/main" id="{3C930381-01C7-4F00-86BA-B9C1F995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340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AI Agent 2</a:t>
            </a:r>
          </a:p>
        </p:txBody>
      </p:sp>
      <p:cxnSp>
        <p:nvCxnSpPr>
          <p:cNvPr id="63" name="User to Agent 2"/>
          <p:cNvCxnSpPr>
            <a:stCxn xmlns:a="http://schemas.openxmlformats.org/drawingml/2006/main" id="2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81200" y="5429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sp>
        <p:nvSpPr>
          <p:cNvPr id="14" name="agent-3-node">
            <a:extLst xmlns:a="http://schemas.openxmlformats.org/drawingml/2006/main">
              <a:ext uri="{FF2B5EF4-FFF2-40B4-BE49-F238E27FC236}">
                <a16:creationId xmlns:a16="http://schemas.microsoft.com/office/drawing/2014/main" id="{FA81C8BC-3915-4664-AA3D-6CD1D7E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591300"/>
            <a:ext cx="165735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CEC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43c259dba4c41"/>
          <a:stretch xmlns:a="http://schemas.openxmlformats.org/drawingml/2006/main"/>
        </p:blipFill>
        <p:spPr>
          <a:xfrm xmlns:a="http://schemas.openxmlformats.org/drawingml/2006/main">
            <a:off x="3219515" y="6743700"/>
            <a:ext cx="876170" cy="809625"/>
          </a:xfrm>
          <a:prstGeom xmlns:a="http://schemas.openxmlformats.org/drawingml/2006/main" prst="rect">
            <a:avLst/>
          </a:prstGeom>
        </p:spPr>
      </p:pic>
      <p:sp>
        <p:nvSpPr>
          <p:cNvPr id="16" name="agent-3-label">
            <a:extLst xmlns:a="http://schemas.openxmlformats.org/drawingml/2006/main">
              <a:ext uri="{FF2B5EF4-FFF2-40B4-BE49-F238E27FC236}">
                <a16:creationId xmlns:a16="http://schemas.microsoft.com/office/drawing/2014/main" id="{DCB8C37E-7BA6-4A35-A0C8-80222D07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6390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AI Agent 3</a:t>
            </a:r>
          </a:p>
        </p:txBody>
      </p:sp>
      <p:cxnSp>
        <p:nvCxnSpPr>
          <p:cNvPr id="67" name="User to Agent 3"/>
          <p:cNvCxnSpPr>
            <a:stCxn xmlns:a="http://schemas.openxmlformats.org/drawingml/2006/main" id="2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81200" y="5429250"/>
            <a:ext cx="85725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sp>
        <p:nvSpPr>
          <p:cNvPr id="18" name="genui-craft-lm-node">
            <a:extLst xmlns:a="http://schemas.openxmlformats.org/drawingml/2006/main">
              <a:ext uri="{FF2B5EF4-FFF2-40B4-BE49-F238E27FC236}">
                <a16:creationId xmlns:a16="http://schemas.microsoft.com/office/drawing/2014/main" id="{A264C255-5A2C-4FC0-AF6C-48E59DC2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3257550" cy="2667000"/>
          </a:xfrm>
          <a:prstGeom xmlns:a="http://schemas.openxmlformats.org/drawingml/2006/main" prst="roundRect">
            <a:avLst>
              <a:gd name="adj" fmla="val 8571"/>
            </a:avLst>
          </a:prstGeom>
          <a:gradFill xmlns:a="http://schemas.openxmlformats.org/drawingml/2006/main">
            <a:gsLst>
              <a:gs pos="0">
                <a:srgbClr val="06A789"/>
              </a:gs>
              <a:gs pos="100000">
                <a:srgbClr val="008B72"/>
              </a:gs>
            </a:gsLst>
            <a:lin ang="8100000"/>
          </a:gradFill>
          <a:ln xmlns:a="http://schemas.openxmlformats.org/drawingml/2006/main" w="19050">
            <a:solidFill>
              <a:srgbClr val="008B72"/>
            </a:solidFill>
            <a:prstDash val="solid"/>
          </a:ln>
        </p:spPr>
      </p:sp>
      <p:sp>
        <p:nvSpPr>
          <p:cNvPr id="19" name="model-label">
            <a:extLst xmlns:a="http://schemas.openxmlformats.org/drawingml/2006/main">
              <a:ext uri="{FF2B5EF4-FFF2-40B4-BE49-F238E27FC236}">
                <a16:creationId xmlns:a16="http://schemas.microsoft.com/office/drawing/2014/main" id="{28014D2E-ABCF-47BB-950B-0373B367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6722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GenUI Craft LM</a:t>
            </a:r>
          </a:p>
        </p:txBody>
      </p:sp>
      <p:sp>
        <p:nvSpPr>
          <p:cNvPr id="20" name="a2ui-express-inside-model">
            <a:extLst xmlns:a="http://schemas.openxmlformats.org/drawingml/2006/main">
              <a:ext uri="{FF2B5EF4-FFF2-40B4-BE49-F238E27FC236}">
                <a16:creationId xmlns:a16="http://schemas.microsoft.com/office/drawing/2014/main" id="{B624B5C6-B3BF-4120-9E53-EB06C880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14950"/>
            <a:ext cx="238125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3FAED"/>
          </a:solidFill>
          <a:ln xmlns:a="http://schemas.openxmlformats.org/drawingml/2006/main" w="19050">
            <a:solidFill>
              <a:srgbClr val="BAF2D5"/>
            </a:solidFill>
            <a:prstDash val="solid"/>
          </a:ln>
        </p:spPr>
      </p:sp>
      <p:sp>
        <p:nvSpPr>
          <p:cNvPr id="21" name="a2ui-express-label">
            <a:extLst xmlns:a="http://schemas.openxmlformats.org/drawingml/2006/main">
              <a:ext uri="{FF2B5EF4-FFF2-40B4-BE49-F238E27FC236}">
                <a16:creationId xmlns:a16="http://schemas.microsoft.com/office/drawing/2014/main" id="{91085A64-1159-4325-9A96-99025C68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81625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008B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B62"/>
                </a:solidFill>
                <a:latin typeface="Arial"/>
                <a:ea typeface="Arial"/>
                <a:cs typeface="Arial"/>
              </a:rPr>
              <a:t>A2UI Express</a:t>
            </a:r>
          </a:p>
        </p:txBody>
      </p:sp>
      <p:sp>
        <p:nvSpPr>
          <p:cNvPr id="22" name="model-operation">
            <a:extLst xmlns:a="http://schemas.openxmlformats.org/drawingml/2006/main">
              <a:ext uri="{FF2B5EF4-FFF2-40B4-BE49-F238E27FC236}">
                <a16:creationId xmlns:a16="http://schemas.microsoft.com/office/drawing/2014/main" id="{D908E03A-7C37-44A0-A2C7-B5ED18F9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769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 to IR generation</a:t>
            </a:r>
          </a:p>
        </p:txBody>
      </p:sp>
      <p:cxnSp>
        <p:nvCxnSpPr>
          <p:cNvPr id="73" name="Agent 1 response to GenUI Craft LM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495800" y="3524250"/>
            <a:ext cx="156210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cxnSp>
        <p:nvCxnSpPr>
          <p:cNvPr id="74" name="Agent 2 response to GenUI Craft LM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495800" y="54292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cxnSp>
        <p:nvCxnSpPr>
          <p:cNvPr id="75" name="Agent 3 response to GenUI Craft LM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495800" y="5429250"/>
            <a:ext cx="156210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sp>
        <p:nvSpPr>
          <p:cNvPr id="26" name="agent-responses-arrow-label">
            <a:extLst xmlns:a="http://schemas.openxmlformats.org/drawingml/2006/main">
              <a:ext uri="{FF2B5EF4-FFF2-40B4-BE49-F238E27FC236}">
                <a16:creationId xmlns:a16="http://schemas.microsoft.com/office/drawing/2014/main" id="{B4FE3BD7-710F-4050-A4B9-B45B704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006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responses</a:t>
            </a:r>
          </a:p>
        </p:txBody>
      </p:sp>
      <p:sp>
        <p:nvSpPr>
          <p:cNvPr id="27" name="intermediate-representation-node">
            <a:extLst xmlns:a="http://schemas.openxmlformats.org/drawingml/2006/main">
              <a:ext uri="{FF2B5EF4-FFF2-40B4-BE49-F238E27FC236}">
                <a16:creationId xmlns:a16="http://schemas.microsoft.com/office/drawing/2014/main" id="{A09B9A7F-7A47-4E13-9B3E-7436A290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15500" y="4095750"/>
            <a:ext cx="1866900" cy="2667000"/>
          </a:xfrm>
          <a:prstGeom xmlns:a="http://schemas.openxmlformats.org/drawingml/2006/main" prst="foldedCorner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CEC"/>
            </a:solidFill>
            <a:prstDash val="solid"/>
          </a:ln>
        </p:spPr>
      </p:sp>
      <p:sp>
        <p:nvSpPr>
          <p:cNvPr id="28" name="ir-label">
            <a:extLst xmlns:a="http://schemas.openxmlformats.org/drawingml/2006/main">
              <a:ext uri="{FF2B5EF4-FFF2-40B4-BE49-F238E27FC236}">
                <a16:creationId xmlns:a16="http://schemas.microsoft.com/office/drawing/2014/main" id="{AE49F0E5-01E7-45C7-9A6C-CAE06C18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196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0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be6849a734f86"/>
          <a:stretch xmlns:a="http://schemas.openxmlformats.org/drawingml/2006/main"/>
        </p:blipFill>
        <p:spPr>
          <a:xfrm xmlns:a="http://schemas.openxmlformats.org/drawingml/2006/main">
            <a:off x="10125764" y="5133975"/>
            <a:ext cx="1046373" cy="895350"/>
          </a:xfrm>
          <a:prstGeom xmlns:a="http://schemas.openxmlformats.org/drawingml/2006/main" prst="rect">
            <a:avLst/>
          </a:prstGeom>
        </p:spPr>
      </p:pic>
      <p:sp>
        <p:nvSpPr>
          <p:cNvPr id="30" name="ir-caption">
            <a:extLst xmlns:a="http://schemas.openxmlformats.org/drawingml/2006/main">
              <a:ext uri="{FF2B5EF4-FFF2-40B4-BE49-F238E27FC236}">
                <a16:creationId xmlns:a16="http://schemas.microsoft.com/office/drawing/2014/main" id="{5525E559-D7AB-47B0-843D-E59ECF6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674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28549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495"/>
                </a:solidFill>
                <a:latin typeface="Arial"/>
                <a:ea typeface="Arial"/>
                <a:cs typeface="Arial"/>
              </a:rPr>
              <a:t>Intermediate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28549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495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31" name="native-renderer-node">
            <a:extLst xmlns:a="http://schemas.openxmlformats.org/drawingml/2006/main">
              <a:ext uri="{FF2B5EF4-FFF2-40B4-BE49-F238E27FC236}">
                <a16:creationId xmlns:a16="http://schemas.microsoft.com/office/drawing/2014/main" id="{3AC40D6A-F7EE-43FD-B684-C65CDC2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43450"/>
            <a:ext cx="21145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19050">
            <a:solidFill>
              <a:srgbClr val="B5DEF7"/>
            </a:solidFill>
            <a:prstDash val="solid"/>
          </a:ln>
        </p:spPr>
      </p:sp>
      <p:sp>
        <p:nvSpPr>
          <p:cNvPr id="32" name="renderer-label">
            <a:extLst xmlns:a="http://schemas.openxmlformats.org/drawingml/2006/main">
              <a:ext uri="{FF2B5EF4-FFF2-40B4-BE49-F238E27FC236}">
                <a16:creationId xmlns:a16="http://schemas.microsoft.com/office/drawing/2014/main" id="{9C180F2D-05AD-41B4-BF6B-81CB0AE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5086350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Native Renderer</a:t>
            </a:r>
          </a:p>
        </p:txBody>
      </p:sp>
      <p:sp>
        <p:nvSpPr>
          <p:cNvPr id="33" name="renderer-caption">
            <a:extLst xmlns:a="http://schemas.openxmlformats.org/drawingml/2006/main">
              <a:ext uri="{FF2B5EF4-FFF2-40B4-BE49-F238E27FC236}">
                <a16:creationId xmlns:a16="http://schemas.microsoft.com/office/drawing/2014/main" id="{758EF47F-8448-4028-B283-3489654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5524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2854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5495"/>
                </a:solidFill>
                <a:latin typeface="Arial"/>
                <a:ea typeface="Arial"/>
                <a:cs typeface="Arial"/>
              </a:rPr>
              <a:t>Device-adaptive UI</a:t>
            </a:r>
          </a:p>
        </p:txBody>
      </p:sp>
      <p:cxnSp>
        <p:nvCxnSpPr>
          <p:cNvPr id="84" name="GenUI Craft LM generates IR"/>
          <p:cNvCxnSpPr>
            <a:stCxn xmlns:a="http://schemas.openxmlformats.org/drawingml/2006/main" id="1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315450" y="5429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cxnSp>
        <p:nvCxnSpPr>
          <p:cNvPr id="85" name="IR to Native Renderer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1582400" y="5429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sp>
        <p:nvSpPr>
          <p:cNvPr id="36" name="tv-pc-label">
            <a:extLst xmlns:a="http://schemas.openxmlformats.org/drawingml/2006/main">
              <a:ext uri="{FF2B5EF4-FFF2-40B4-BE49-F238E27FC236}">
                <a16:creationId xmlns:a16="http://schemas.microsoft.com/office/drawing/2014/main" id="{2ECBDA7E-C36C-4CCF-A1B9-E9D07D9B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138112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TV / PC</a:t>
            </a:r>
          </a:p>
        </p:txBody>
      </p:sp>
      <p:sp>
        <p:nvSpPr>
          <p:cNvPr id="37" name="tv-pc-output-anchor">
            <a:extLst xmlns:a="http://schemas.openxmlformats.org/drawingml/2006/main">
              <a:ext uri="{FF2B5EF4-FFF2-40B4-BE49-F238E27FC236}">
                <a16:creationId xmlns:a16="http://schemas.microsoft.com/office/drawing/2014/main" id="{1D4D510E-84AF-4DB8-97E1-2113CB28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1847850"/>
            <a:ext cx="2428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a7389eb3c444e"/>
          <a:stretch xmlns:a="http://schemas.openxmlformats.org/drawingml/2006/main"/>
        </p:blipFill>
        <p:spPr>
          <a:xfrm xmlns:a="http://schemas.openxmlformats.org/drawingml/2006/main">
            <a:off x="14992350" y="1852762"/>
            <a:ext cx="2428875" cy="1895176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4274057ba4aa5"/>
          <a:stretch xmlns:a="http://schemas.openxmlformats.org/drawingml/2006/main"/>
        </p:blipFill>
        <p:spPr>
          <a:xfrm xmlns:a="http://schemas.openxmlformats.org/drawingml/2006/main">
            <a:off x="17564699" y="1866900"/>
            <a:ext cx="617926" cy="1504950"/>
          </a:xfrm>
          <a:prstGeom xmlns:a="http://schemas.openxmlformats.org/drawingml/2006/main" prst="rect">
            <a:avLst/>
          </a:prstGeom>
        </p:spPr>
      </p:pic>
      <p:sp>
        <p:nvSpPr>
          <p:cNvPr id="40" name="mobile-tablet-label">
            <a:extLst xmlns:a="http://schemas.openxmlformats.org/drawingml/2006/main">
              <a:ext uri="{FF2B5EF4-FFF2-40B4-BE49-F238E27FC236}">
                <a16:creationId xmlns:a16="http://schemas.microsoft.com/office/drawing/2014/main" id="{75694AF1-9B0B-4BA3-B83E-245B2FE4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38481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Mobile / Tablet</a:t>
            </a:r>
          </a:p>
        </p:txBody>
      </p:sp>
      <p:sp>
        <p:nvSpPr>
          <p:cNvPr id="41" name="mobile-tablet-output-anchor">
            <a:extLst xmlns:a="http://schemas.openxmlformats.org/drawingml/2006/main">
              <a:ext uri="{FF2B5EF4-FFF2-40B4-BE49-F238E27FC236}">
                <a16:creationId xmlns:a16="http://schemas.microsoft.com/office/drawing/2014/main" id="{F225DE59-9DD4-478D-9E37-0172214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4314825"/>
            <a:ext cx="2447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5964c587348ba"/>
          <a:stretch xmlns:a="http://schemas.openxmlformats.org/drawingml/2006/main"/>
        </p:blipFill>
        <p:spPr>
          <a:xfrm xmlns:a="http://schemas.openxmlformats.org/drawingml/2006/main">
            <a:off x="15021563" y="4314825"/>
            <a:ext cx="2418074" cy="2276475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73cd9d6844149"/>
          <a:stretch xmlns:a="http://schemas.openxmlformats.org/drawingml/2006/main"/>
        </p:blipFill>
        <p:spPr>
          <a:xfrm xmlns:a="http://schemas.openxmlformats.org/drawingml/2006/main">
            <a:off x="17554575" y="4419600"/>
            <a:ext cx="628650" cy="1562100"/>
          </a:xfrm>
          <a:prstGeom xmlns:a="http://schemas.openxmlformats.org/drawingml/2006/main" prst="rect">
            <a:avLst/>
          </a:prstGeom>
        </p:spPr>
      </p:pic>
      <p:sp>
        <p:nvSpPr>
          <p:cNvPr id="44" name="watch-label">
            <a:extLst xmlns:a="http://schemas.openxmlformats.org/drawingml/2006/main">
              <a:ext uri="{FF2B5EF4-FFF2-40B4-BE49-F238E27FC236}">
                <a16:creationId xmlns:a16="http://schemas.microsoft.com/office/drawing/2014/main" id="{B9E93A17-DCFE-418B-BC2C-FC12B033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134225"/>
            <a:ext cx="184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0822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224A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45" name="watch-output-anchor">
            <a:extLst xmlns:a="http://schemas.openxmlformats.org/drawingml/2006/main">
              <a:ext uri="{FF2B5EF4-FFF2-40B4-BE49-F238E27FC236}">
                <a16:creationId xmlns:a16="http://schemas.microsoft.com/office/drawing/2014/main" id="{BAC769BA-B72C-4072-9FA2-F267E25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7572375"/>
            <a:ext cx="136207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420fb2a9d4e20"/>
          <a:stretch xmlns:a="http://schemas.openxmlformats.org/drawingml/2006/main"/>
        </p:blipFill>
        <p:spPr>
          <a:xfrm xmlns:a="http://schemas.openxmlformats.org/drawingml/2006/main">
            <a:off x="15680978" y="7572375"/>
            <a:ext cx="1356420" cy="2066925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45562338d4fd8"/>
          <a:stretch xmlns:a="http://schemas.openxmlformats.org/drawingml/2006/main"/>
        </p:blipFill>
        <p:spPr>
          <a:xfrm xmlns:a="http://schemas.openxmlformats.org/drawingml/2006/main">
            <a:off x="17421225" y="7709316"/>
            <a:ext cx="638175" cy="1621592"/>
          </a:xfrm>
          <a:prstGeom xmlns:a="http://schemas.openxmlformats.org/drawingml/2006/main" prst="rect">
            <a:avLst/>
          </a:prstGeom>
        </p:spPr>
      </p:pic>
      <p:cxnSp>
        <p:nvCxnSpPr>
          <p:cNvPr id="98" name="Native Renderer to TV / PC"/>
          <p:cNvCxnSpPr>
            <a:stCxn xmlns:a="http://schemas.openxmlformats.org/drawingml/2006/main" id="31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14039850" y="2800350"/>
            <a:ext cx="952500" cy="2628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cxnSp>
        <p:nvCxnSpPr>
          <p:cNvPr id="99" name="Native Renderer to mobile / tablet"/>
          <p:cNvCxnSpPr>
            <a:stCxn xmlns:a="http://schemas.openxmlformats.org/drawingml/2006/main" id="31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039850" y="5429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  <p:cxnSp>
        <p:nvCxnSpPr>
          <p:cNvPr id="100" name="Native Renderer to watch"/>
          <p:cNvCxnSpPr>
            <a:stCxn xmlns:a="http://schemas.openxmlformats.org/drawingml/2006/main" id="31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4039850" y="5429250"/>
            <a:ext cx="1638300" cy="31765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ADC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30167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2026-09-16T18:17:53.2760000Z</dcterms:created>
  <dcterms:modified xsi:type="dcterms:W3CDTF">2026-09-16T18:17:53.2760000Z</dcterms:modified>
</coreProperties>
</file>