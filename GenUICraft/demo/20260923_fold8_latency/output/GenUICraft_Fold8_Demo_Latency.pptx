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f78ea24f0450b" /><Relationship Type="http://schemas.openxmlformats.org/officeDocument/2006/relationships/extended-properties" Target="/docProps/app.xml" Id="Rc12306b53a0844b0" /><Relationship Type="http://schemas.openxmlformats.org/officeDocument/2006/relationships/officeDocument" Target="/ppt/presentation.xml" Id="Rd5ff8f979227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bd49a1918842b3"/>
  </p:sldMasterIdLst>
  <p:notesMasterIdLst>
    <p:notesMasterId xmlns:r="http://schemas.openxmlformats.org/officeDocument/2006/relationships" r:id="R90a318602ae74593"/>
  </p:notesMasterIdLst>
  <p:sldIdLst>
    <p:sldId xmlns:r="http://schemas.openxmlformats.org/officeDocument/2006/relationships" id="256" r:id="R1abdf34d23be456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16e7ecf134455" /><Relationship Type="http://schemas.openxmlformats.org/officeDocument/2006/relationships/slideMaster" Target="/ppt/slideMasters/slideMaster1.xml" Id="R77bd49a1918842b3" /><Relationship Type="http://schemas.openxmlformats.org/officeDocument/2006/relationships/notesMaster" Target="/ppt/notesMasters/notesMaster1.xml" Id="R90a318602ae74593" /><Relationship Type="http://schemas.openxmlformats.org/officeDocument/2006/relationships/presProps" Target="/ppt/presProps.xml" Id="Rfca2d97d1d7b413a" /><Relationship Type="http://schemas.openxmlformats.org/officeDocument/2006/relationships/tableStyles" Target="/ppt/tableStyles.xml" Id="R0064db09631b4235" /><Relationship Type="http://schemas.openxmlformats.org/officeDocument/2006/relationships/slide" Target="/ppt/slides/slide1.xml" Id="R1abdf34d23be45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373d74df4e49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e19dc5fef45d8" /><Relationship Type="http://schemas.openxmlformats.org/officeDocument/2006/relationships/notesMaster" Target="/ppt/notesMasters/notesMaster1.xml" Id="R91205a149abf40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Galaxy Fold8 SM-F776U, serial R3GL203AKSF, 23 Sep 2026. Screen recording Screen_Recording_20260923_003626_GenUICraft.mp4, SHA-256 2dcc...2b1975, duration 17.75 seconds. Screenshot Screenshot_20260923_003645_GenUICraft.jpg, SHA-256 57f2...4db82. Both show BXP-001 with trained E2B W4 on LiteRT GPU+MTP. Values on slide transcribed exactly from the screenshot: 9.53 s conversion, 9.48 s provider wall, 2.67 s init, 1.45 s prefill, 5.34 s decode, 9 ms runtime/callback, 50 ms validation/recovery, 53.91 token/s, 55.86% MTP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58f506a824f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a5651de8d4dd7" /><Relationship Type="http://schemas.openxmlformats.org/officeDocument/2006/relationships/slideLayout" Target="/ppt/slideLayouts/slideLayout1.xml" Id="Ra274ca93c833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4ca93c833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0e47cb4260244a3" /><Relationship Type="http://schemas.openxmlformats.org/officeDocument/2006/relationships/image" Target="/ppt/media/image.png" Id="Rd911efd36aff415b" /><Relationship Type="http://schemas.openxmlformats.org/officeDocument/2006/relationships/image" Target="/ppt/media/image.jpeg" Id="Rd2258b8e7d0b44d2" /><Relationship Type="http://schemas.openxmlformats.org/officeDocument/2006/relationships/notesSlide" Target="/ppt/notesSlides/notesSlide1.xml" Id="R92ca11a7f49044a9" /><Relationship Type="http://schemas.openxmlformats.org/officeDocument/2006/relationships/video" Target="../media/genuicraft_fold8_demo.mp4" Id="RgenUiVideoFile" /><Relationship Type="http://schemas.microsoft.com/office/2007/relationships/media" Target="../media/genuicraft_fold8_demo.mp4" Id="RgenUiVideoMedia" /><Relationship Type="http://schemas.openxmlformats.org/officeDocument/2006/relationships/image" Target="../media/genuicraft_fold8_poster.png" Id="RgenUiVideoPoster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C76DD-C102-4D7E-9B74-7DAC49D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Bixby50 Markdown to A2UI on Fold8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3BAB2-C0BC-4172-8864-C8250BA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33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Trained E2B W4 on GPU with MTP, sample BXP-001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25355-D589-48E2-8285-8F5D7418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Demo recording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B47A5-A6D8-41C7-B641-3E584A00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Captured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B816D-DAE9-4EA1-B60E-A210DB70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6002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Latency breakdown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1efd36aff415b"/>
          <a:stretch xmlns:a="http://schemas.openxmlformats.org/drawingml/2006/main"/>
        </p:blipFill>
        <p:spPr>
          <a:xfrm xmlns:a="http://schemas.openxmlformats.org/drawingml/2006/main">
            <a:off x="666750" y="2009775"/>
            <a:ext cx="3429000" cy="8001000"/>
          </a:xfrm>
          <a:prstGeom xmlns:a="http://schemas.openxmlformats.org/drawingml/2006/main"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36" name="Media 0">
            <a:hlinkClick r:id="RgenUiVideoFile" action="ppaction://media"/>
          </p:cNvPr>
          <p:cNvPicPr>
            <a:picLocks noChangeAspect="1"/>
          </p:cNvPicPr>
          <p:nvPr>
            <a:videoFile r:link="RgenUiVideoFile"/>
            <p:extLst>
              <p:ext uri="{DAA4B4D4-6D71-4841-9C94-3DE7FCFB9230}">
                <p14:media xmlns:p14="http://schemas.microsoft.com/office/powerpoint/2010/main" r:embed="RgenUiVideoMedia"/>
              </p:ext>
            </p:extLst>
          </p:nvPr>
        </p:nvPicPr>
        <p:blipFill>
          <a:blip r:embed="RgenUiVideoPoster"/>
          <a:stretch>
            <a:fillRect/>
          </a:stretch>
        </p:blipFill>
        <p:spPr>
          <a:xfrm>
            <a:off x="666750" y="2009775"/>
            <a:ext cx="3429000" cy="8001000"/>
          </a:xfrm>
          <a:prstGeom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58b8e7d0b44d2"/>
          <a:stretch xmlns:a="http://schemas.openxmlformats.org/drawingml/2006/main"/>
        </p:blipFill>
        <p:spPr>
          <a:xfrm xmlns:a="http://schemas.openxmlformats.org/drawingml/2006/main">
            <a:off x="4479844" y="2009775"/>
            <a:ext cx="7613812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00C0F-3A77-4C5C-B3A4-8C70FD6A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3629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17.75 s Fold8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B71C8-D324-4821-9A8A-0E5EA37D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10625"/>
            <a:ext cx="7477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Live IR, recovered output, and native A2UI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24662-305C-4A3E-89BB-3BEB3F7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13360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9.53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75BFB-61F8-48D6-9172-D7AAF4D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0003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Complete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98D45-5223-477F-8453-38335B7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5052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3,174 input tokens   288 output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C8630-8BAA-416C-BCBF-4BDD692E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4305300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Provider call wall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9962A-DCCB-461B-BF8A-328D576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430530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9.48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593C7-F9ED-45D8-9B36-C2821B6C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4924425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Engine initialization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4283D-DCD3-47F3-BE57-3A635C42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49244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2.67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DFEF9-D4A8-421D-9B79-16E399EF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543550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Prompt prefill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EA695-2562-4792-B34A-36823E3E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554355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1.45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F8BC9-EC8E-4E5D-A3C6-1EC2AFD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6162675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Native decode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951FD-959D-403E-8672-152C6D0B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16267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5.34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19D86-4744-4222-A4DC-92D69AE0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6781800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Runtime/callback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2AA07-EF59-41E4-AF12-2119F9C1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78180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D0CBD-4431-4DEA-B172-694EA066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7400925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Validation +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F9706-24EE-44EF-8520-C0734DD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74009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57853-5547-47BC-AE22-B1D3320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82200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Native decode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63CC6-22AD-41E4-AFF8-3346206C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822007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53.91 token/s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96D10-1802-47E3-AA91-3DBDA89A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88677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MTP acceptance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74275-2E96-40EB-8B9A-72B75331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88677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55.86%</a:t>
            </a:r>
          </a:p>
        </p:txBody>
      </p:sp>
    </p:spTree>
    <p:extLst>
      <p:ext uri="{BB962C8B-B14F-4D97-AF65-F5344CB8AC3E}">
        <p14:creationId xmlns:p14="http://schemas.microsoft.com/office/powerpoint/2010/main" val="1436212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2026-09-22T19:30:51.3830000Z</dcterms:created>
  <dcterms:modified xsi:type="dcterms:W3CDTF">2026-09-22T19:30:51.3830000Z</dcterms:modified>
</coreProperties>
</file>