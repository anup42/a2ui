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Default Extension="mp4" ContentType="vide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44a9a9946241a8" /><Relationship Type="http://schemas.openxmlformats.org/officeDocument/2006/relationships/extended-properties" Target="/docProps/app.xml" Id="R726e098c65074faa" /><Relationship Type="http://schemas.openxmlformats.org/officeDocument/2006/relationships/officeDocument" Target="/ppt/presentation.xml" Id="Rf82acebfd5e341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5d901b2b054ac3"/>
  </p:sldMasterIdLst>
  <p:notesMasterIdLst>
    <p:notesMasterId xmlns:r="http://schemas.openxmlformats.org/officeDocument/2006/relationships" r:id="R6cb2a37181294261"/>
  </p:notesMasterIdLst>
  <p:sldIdLst>
    <p:sldId xmlns:r="http://schemas.openxmlformats.org/officeDocument/2006/relationships" id="256" r:id="R0a17d1a051084380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f7dcc172514a68" /><Relationship Type="http://schemas.openxmlformats.org/officeDocument/2006/relationships/slideMaster" Target="/ppt/slideMasters/slideMaster1.xml" Id="R065d901b2b054ac3" /><Relationship Type="http://schemas.openxmlformats.org/officeDocument/2006/relationships/notesMaster" Target="/ppt/notesMasters/notesMaster1.xml" Id="R6cb2a37181294261" /><Relationship Type="http://schemas.openxmlformats.org/officeDocument/2006/relationships/presProps" Target="/ppt/presProps.xml" Id="R1c87792d23824737" /><Relationship Type="http://schemas.openxmlformats.org/officeDocument/2006/relationships/tableStyles" Target="/ppt/tableStyles.xml" Id="R3a68583dee3f44cd" /><Relationship Type="http://schemas.openxmlformats.org/officeDocument/2006/relationships/slide" Target="/ppt/slides/slide1.xml" Id="R0a17d1a0510843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46e6b85b7646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c53ec6741b4b0e" /><Relationship Type="http://schemas.openxmlformats.org/officeDocument/2006/relationships/notesMaster" Target="/ppt/notesMasters/notesMaster1.xml" Id="Rd79ecc66841b4a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Galaxy Fold8 SM-F776U, serial R3GL203AKSF, 23 Sep 2026. Screen recording Screen_Recording_20260923_003626_GenUICraft.mp4, SHA-256 2dcc...2b1975, duration 17.75 seconds. Screenshot Screenshot_20260923_003645_GenUICraft.jpg, SHA-256 57f2...4db82. Both show BXP-001 with trained E2B W4 on LiteRT GPU+MTP. Values on slide transcribed exactly from the screenshot: 9.53 s conversion, 9.48 s provider wall, 2.67 s init, 1.45 s prefill, 5.34 s decode, 9 ms runtime/callback, 50 ms validation/recovery, 53.91 token/s, 55.86% MTP acceptance.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b704c20ab34d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8512f9cd684f92" /><Relationship Type="http://schemas.openxmlformats.org/officeDocument/2006/relationships/slideLayout" Target="/ppt/slideLayouts/slideLayout1.xml" Id="Rc446e6b1d15c48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46e6b1d15c48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df2ebce42cd4401d" /><Relationship Type="http://schemas.openxmlformats.org/officeDocument/2006/relationships/image" Target="/ppt/media/image.png" Id="R1a5f64c357cd4200" /><Relationship Type="http://schemas.openxmlformats.org/officeDocument/2006/relationships/image" Target="/ppt/media/image.jpeg" Id="Rc3f3d5b16bb64310" /><Relationship Type="http://schemas.openxmlformats.org/officeDocument/2006/relationships/notesSlide" Target="/ppt/notesSlides/notesSlide1.xml" Id="R04975103be1a4949" /><Relationship Type="http://schemas.openxmlformats.org/officeDocument/2006/relationships/video" Target="../media/genuicraft_fold8_demo.mp4" Id="RgenUiVideoFile" /><Relationship Type="http://schemas.microsoft.com/office/2007/relationships/media" Target="../media/genuicraft_fold8_demo.mp4" Id="RgenUiVideoMedia" /><Relationship Type="http://schemas.openxmlformats.org/officeDocument/2006/relationships/image" Target="../media/genuicraft_fold8_poster.png" Id="RgenUiVideoPoster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886F69-89CD-4A76-A9DF-9B9D637E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1409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Bixby50 Markdown to A2UI on Fold8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9D144-C968-444E-A4A7-13BC60DF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Trained E2B W4 on GPU with MTP, sample BXP-001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F4F32-087E-49C6-9501-6C0DECBD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8A9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8A9FF"/>
                </a:solidFill>
                <a:latin typeface="Arial"/>
                <a:ea typeface="Arial"/>
                <a:cs typeface="Arial"/>
              </a:rPr>
              <a:t>Demo recording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220F1-FF64-4F3C-BB14-E99C860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002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8A9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8A9FF"/>
                </a:solidFill>
                <a:latin typeface="Arial"/>
                <a:ea typeface="Arial"/>
                <a:cs typeface="Arial"/>
              </a:rPr>
              <a:t>Captured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FA9E8-6E1F-4DEF-8B7E-762FED2B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160020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8A9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8A9FF"/>
                </a:solidFill>
                <a:latin typeface="Arial"/>
                <a:ea typeface="Arial"/>
                <a:cs typeface="Arial"/>
              </a:rPr>
              <a:t>Latency breakdown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f64c357cd4200"/>
          <a:stretch xmlns:a="http://schemas.openxmlformats.org/drawingml/2006/main"/>
        </p:blipFill>
        <p:spPr>
          <a:xfrm xmlns:a="http://schemas.openxmlformats.org/drawingml/2006/main">
            <a:off x="666750" y="2009775"/>
            <a:ext cx="3429000" cy="8001000"/>
          </a:xfrm>
          <a:prstGeom xmlns:a="http://schemas.openxmlformats.org/drawingml/2006/main"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36" name="Media 0">
            <a:hlinkClick r:id="RgenUiVideoFile" action="ppaction://media"/>
          </p:cNvPr>
          <p:cNvPicPr>
            <a:picLocks noChangeAspect="1"/>
          </p:cNvPicPr>
          <p:nvPr>
            <a:videoFile r:link="RgenUiVideoFile"/>
            <p:extLst>
              <p:ext uri="{DAA4B4D4-6D71-4841-9C94-3DE7FCFB9230}">
                <p14:media xmlns:p14="http://schemas.microsoft.com/office/powerpoint/2010/main" r:embed="RgenUiVideoMedia"/>
              </p:ext>
            </p:extLst>
          </p:nvPr>
        </p:nvPicPr>
        <p:blipFill>
          <a:blip r:embed="RgenUiVideoPoster"/>
          <a:stretch>
            <a:fillRect/>
          </a:stretch>
        </p:blipFill>
        <p:spPr>
          <a:xfrm>
            <a:off x="666750" y="2009775"/>
            <a:ext cx="3429000" cy="8001000"/>
          </a:xfrm>
          <a:prstGeom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3d5b16bb64310"/>
          <a:stretch xmlns:a="http://schemas.openxmlformats.org/drawingml/2006/main"/>
        </p:blipFill>
        <p:spPr>
          <a:xfrm xmlns:a="http://schemas.openxmlformats.org/drawingml/2006/main">
            <a:off x="4479844" y="2009775"/>
            <a:ext cx="7613812" cy="6076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537C1-4C72-48D1-8D31-AE57D101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83629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17.75 s Fold8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7B1C2-0C30-404C-8453-E8ABA9E6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8810625"/>
            <a:ext cx="7477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Live IR, recovered output, and native A2UI rendering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D2445D-3D03-4150-959A-79F423D0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2133600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9.53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01DD3-76D5-4FD3-8DCE-24709F62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300037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Complete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DE99E8-D062-41DD-B7C7-65399F78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35052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3,174 input tokens   288 output tokens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5ABFA-95DC-410E-B396-AA91B46D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4305300"/>
            <a:ext cx="3457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Provider call wall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090BA-7EFE-40A7-BCA2-B1C45485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4305300"/>
            <a:ext cx="147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9.48 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02DACE-FC0C-4F30-A595-F2ED6D21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4924425"/>
            <a:ext cx="3457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Engine initialization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AE1EF2-1D53-4992-898B-188EB16A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4924425"/>
            <a:ext cx="147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2.67 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A56FDA-E3A0-42B8-9770-B0FA0A46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5543550"/>
            <a:ext cx="3457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Prompt prefill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C590F-79EB-48E1-BD3B-D24037D6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5543550"/>
            <a:ext cx="147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1.45 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719E4-ECA9-4665-BA7F-9861DEB5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6162675"/>
            <a:ext cx="3457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Native decode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468E5E-7EDD-401A-80EC-A00A9F9F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6162675"/>
            <a:ext cx="147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5.34 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DB4C57-6A4E-4009-BCA8-86F7B2A0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6781800"/>
            <a:ext cx="3457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Runtime/callback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B8DE04-7F3C-4BB2-8060-DFA4E661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6781800"/>
            <a:ext cx="147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9 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9505C7-2AE6-4036-962F-AFA3E80E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7400925"/>
            <a:ext cx="3457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Validation + recovery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301D93-5C38-4082-B355-5EEE0F19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7400925"/>
            <a:ext cx="147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50 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1E3642-4589-453C-B855-2469C858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82200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EC4D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EC4D3"/>
                </a:solidFill>
                <a:latin typeface="Arial"/>
                <a:ea typeface="Arial"/>
                <a:cs typeface="Arial"/>
              </a:rPr>
              <a:t>Native decode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179CEC-BA61-439F-AB62-2AA2378A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8220075"/>
            <a:ext cx="204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5F7FC"/>
                </a:solidFill>
                <a:latin typeface="Arial"/>
                <a:ea typeface="Arial"/>
                <a:cs typeface="Arial"/>
              </a:rPr>
              <a:t>53.91 token/s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B09BE-21F7-4177-9052-DB17823B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8867775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8A9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8A9FF"/>
                </a:solidFill>
                <a:latin typeface="Arial"/>
                <a:ea typeface="Arial"/>
                <a:cs typeface="Arial"/>
              </a:rPr>
              <a:t>MTP acceptance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4F72B2-3EE7-4FF3-A644-4F9B13B4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4875" y="8867775"/>
            <a:ext cx="152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78A9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78A9FF"/>
                </a:solidFill>
                <a:latin typeface="Arial"/>
                <a:ea typeface="Arial"/>
                <a:cs typeface="Arial"/>
              </a:rPr>
              <a:t>55.86%</a:t>
            </a:r>
          </a:p>
        </p:txBody>
      </p:sp>
    </p:spTree>
    <p:extLst>
      <p:ext uri="{BB962C8B-B14F-4D97-AF65-F5344CB8AC3E}">
        <p14:creationId xmlns:p14="http://schemas.microsoft.com/office/powerpoint/2010/main" val="813827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2026-09-22T19:21:03.9300000Z</dcterms:created>
  <dcterms:modified xsi:type="dcterms:W3CDTF">2026-09-22T19:21:03.9310000Z</dcterms:modified>
</coreProperties>
</file>