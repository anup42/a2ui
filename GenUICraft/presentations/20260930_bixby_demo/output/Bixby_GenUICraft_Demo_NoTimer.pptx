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5eab110404e6c" /><Relationship Type="http://schemas.openxmlformats.org/officeDocument/2006/relationships/extended-properties" Target="/docProps/app.xml" Id="R89baaee453b14136" /><Relationship Type="http://schemas.openxmlformats.org/officeDocument/2006/relationships/officeDocument" Target="/ppt/presentation.xml" Id="R19294c6275be43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cb17f84744338"/>
  </p:sldMasterIdLst>
  <p:notesMasterIdLst>
    <p:notesMasterId xmlns:r="http://schemas.openxmlformats.org/officeDocument/2006/relationships" r:id="Rea608641f8d94353"/>
  </p:notesMasterIdLst>
  <p:sldIdLst>
    <p:sldId xmlns:r="http://schemas.openxmlformats.org/officeDocument/2006/relationships" id="256" r:id="R788eb519070248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727e56204472c" /><Relationship Type="http://schemas.openxmlformats.org/officeDocument/2006/relationships/slideMaster" Target="/ppt/slideMasters/slideMaster1.xml" Id="Rac2cb17f84744338" /><Relationship Type="http://schemas.openxmlformats.org/officeDocument/2006/relationships/notesMaster" Target="/ppt/notesMasters/notesMaster1.xml" Id="Rea608641f8d94353" /><Relationship Type="http://schemas.openxmlformats.org/officeDocument/2006/relationships/presProps" Target="/ppt/presProps.xml" Id="Ra6c344cd2e36447f" /><Relationship Type="http://schemas.openxmlformats.org/officeDocument/2006/relationships/tableStyles" Target="/ppt/tableStyles.xml" Id="R94cc874b25004c9a" /><Relationship Type="http://schemas.openxmlformats.org/officeDocument/2006/relationships/slide" Target="/ppt/slides/slide1.xml" Id="R788eb5190702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336ae8c87340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f7d617cb474348" /><Relationship Type="http://schemas.openxmlformats.org/officeDocument/2006/relationships/notesMaster" Target="/ppt/notesMasters/notesMaster1.xml" Id="Ra319b106523f49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query: show morning flights from bengaluru to varanasi for tomorrow.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Recorded in the installed Bixby app on Samsung Flip8 SM-F776U on 30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embedded video is an edited capture of one live request. Streaming text is accelerated; the circular progress indicator retains its recorded normal speed.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demo shows the original Bixby answer, A2UI Express streaming, SDK recovery and native flight cards in the same conversation. Runtime evidence records on-device Gemma4 E2B, GPU FP32, MTP enabled, and one successful conversion using GENERATED_DSL_REPAIR.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Displayed schedules and fares are the Bixby response and are not independently verified booking availability.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video: C:/Users/anupk/Documents/git/A2UI/GenUICraft/demos/20260930_bixby_flight_live/Bixby_GenUICraft_Varanasi_NoTimer.mp4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Runtime evidence: C:/Users/anupk/Documents/git/A2UI/GenUICraft/demos/20260930_bixby_flight_live/runtime_evidence.txt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3f433861444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0dca7b0bf4b44" /><Relationship Type="http://schemas.openxmlformats.org/officeDocument/2006/relationships/slideLayout" Target="/ppt/slideLayouts/slideLayout1.xml" Id="Rab4a7bc2d1304e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a7bc2d1304e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7818cdf0f374c8e"/><Relationship Type="http://schemas.openxmlformats.org/officeDocument/2006/relationships/image" Target="/ppt/media/image.png" Id="Rfad6729b78534262"/><Relationship Type="http://schemas.openxmlformats.org/officeDocument/2006/relationships/notesSlide" Target="/ppt/notesSlides/notesSlide1.xml" Id="R7a2622ea07f34f51"/><Relationship Id="RDemoVideoFile" Type="http://schemas.openxmlformats.org/officeDocument/2006/relationships/video" Target="../media/Bixby_GenUICraft_Varanasi_NoTimer.mp4"/><Relationship Id="RDemoVideoMedia" Type="http://schemas.microsoft.com/office/2007/relationships/media" Target="../media/Bixby_GenUICraft_Varanasi_NoTimer.mp4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75C6877-7A38-434E-9C3B-C178EA8B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333"/>
                </a:solidFill>
                <a:latin typeface="Arial"/>
                <a:ea typeface="Arial"/>
                <a:cs typeface="Arial"/>
              </a:rPr>
              <a:t>GenUICraft</a:t>
            </a:r>
          </a:p>
          <a:p xmlns:a="http://schemas.openxmlformats.org/drawingml/2006/main">
            <a:pPr>
              <a:defRPr sz="3600" b="1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333"/>
                </a:solidFill>
                <a:latin typeface="Arial"/>
                <a:ea typeface="Arial"/>
                <a:cs typeface="Arial"/>
              </a:rPr>
              <a:t>inside Bixby</a:t>
            </a:r>
          </a:p>
        </p:txBody>
      </p:sp>
      <p:sp>
        <p:nvSpPr>
          <p:cNvPr id="2" name="Route">
            <a:extLst xmlns:a="http://schemas.openxmlformats.org/drawingml/2006/main">
              <a:ext uri="{FF2B5EF4-FFF2-40B4-BE49-F238E27FC236}">
                <a16:creationId xmlns:a16="http://schemas.microsoft.com/office/drawing/2014/main" id="{E92B0DCB-B80E-478D-B11A-A847F2A6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5BD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5BDC"/>
                </a:solidFill>
                <a:latin typeface="Arial"/>
                <a:ea typeface="Arial"/>
                <a:cs typeface="Arial"/>
              </a:rPr>
              <a:t>Bengaluru → Varanasi</a:t>
            </a:r>
          </a:p>
        </p:txBody>
      </p:sp>
      <p:sp>
        <p:nvSpPr>
          <p:cNvPr id="3" name="Query">
            <a:extLst xmlns:a="http://schemas.openxmlformats.org/drawingml/2006/main">
              <a:ext uri="{FF2B5EF4-FFF2-40B4-BE49-F238E27FC236}">
                <a16:creationId xmlns:a16="http://schemas.microsoft.com/office/drawing/2014/main" id="{175B86C8-7A09-4370-80BA-448A1F21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476"/>
                </a:solidFill>
                <a:latin typeface="Arial"/>
                <a:ea typeface="Arial"/>
                <a:cs typeface="Arial"/>
              </a:rPr>
              <a:t>Morning flights for tomorrow</a:t>
            </a:r>
          </a:p>
        </p:txBody>
      </p:sp>
      <p:sp>
        <p:nvSpPr>
          <p:cNvPr id="4" name="Generation heading">
            <a:extLst xmlns:a="http://schemas.openxmlformats.org/drawingml/2006/main">
              <a:ext uri="{FF2B5EF4-FFF2-40B4-BE49-F238E27FC236}">
                <a16:creationId xmlns:a16="http://schemas.microsoft.com/office/drawing/2014/main" id="{675E3297-2A54-492C-AEAB-B9A6942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385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333"/>
                </a:solidFill>
                <a:latin typeface="Arial"/>
                <a:ea typeface="Arial"/>
                <a:cs typeface="Arial"/>
              </a:rPr>
              <a:t>On-device UI generation</a:t>
            </a:r>
          </a:p>
        </p:txBody>
      </p:sp>
      <p:sp>
        <p:nvSpPr>
          <p:cNvPr id="5" name="Pipeline">
            <a:extLst xmlns:a="http://schemas.openxmlformats.org/drawingml/2006/main">
              <a:ext uri="{FF2B5EF4-FFF2-40B4-BE49-F238E27FC236}">
                <a16:creationId xmlns:a16="http://schemas.microsoft.com/office/drawing/2014/main" id="{42CAACB2-4434-49E8-B2F9-C2968168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476"/>
                </a:solidFill>
                <a:latin typeface="Arial"/>
                <a:ea typeface="Arial"/>
                <a:cs typeface="Arial"/>
              </a:rPr>
              <a:t>Bixby answer → A2UI Express</a:t>
            </a:r>
          </a:p>
          <a:p xmlns:a="http://schemas.openxmlformats.org/drawingml/2006/main">
            <a:pPr>
              <a:defRPr sz="1875" b="0">
                <a:solidFill>
                  <a:srgbClr val="56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476"/>
                </a:solidFill>
                <a:latin typeface="Arial"/>
                <a:ea typeface="Arial"/>
                <a:cs typeface="Arial"/>
              </a:rPr>
              <a:t>→ recovery → native flight cards</a:t>
            </a:r>
          </a:p>
        </p:txBody>
      </p:sp>
      <p:sp>
        <p:nvSpPr>
          <p:cNvPr id="6" name="Benefit">
            <a:extLst xmlns:a="http://schemas.openxmlformats.org/drawingml/2006/main">
              <a:ext uri="{FF2B5EF4-FFF2-40B4-BE49-F238E27FC236}">
                <a16:creationId xmlns:a16="http://schemas.microsoft.com/office/drawing/2014/main" id="{4402CF81-F24C-4C1E-8837-F126FAE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333"/>
                </a:solidFill>
                <a:latin typeface="Arial"/>
                <a:ea typeface="Arial"/>
                <a:cs typeface="Arial"/>
              </a:rPr>
              <a:t>Flight times and fares are easier</a:t>
            </a:r>
          </a:p>
          <a:p xmlns:a="http://schemas.openxmlformats.org/drawingml/2006/main">
            <a:pPr>
              <a:defRPr sz="1875" b="0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333"/>
                </a:solidFill>
                <a:latin typeface="Arial"/>
                <a:ea typeface="Arial"/>
                <a:cs typeface="Arial"/>
              </a:rPr>
              <a:t>to scan in the same conversation.</a:t>
            </a:r>
          </a:p>
        </p:txBody>
      </p:sp>
      <p:sp>
        <p:nvSpPr>
          <p:cNvPr id="7" name="Playback">
            <a:extLst xmlns:a="http://schemas.openxmlformats.org/drawingml/2006/main">
              <a:ext uri="{FF2B5EF4-FFF2-40B4-BE49-F238E27FC236}">
                <a16:creationId xmlns:a16="http://schemas.microsoft.com/office/drawing/2014/main" id="{53EE2C9C-2748-44E7-9240-B2FECD05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5BD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5BDC"/>
                </a:solidFill>
                <a:latin typeface="Arial"/>
                <a:ea typeface="Arial"/>
                <a:cs typeface="Arial"/>
              </a:rPr>
              <a:t>Select the video to play</a:t>
            </a:r>
          </a:p>
        </p:txBody>
      </p:sp>
      <p:pic>
        <p:nvPicPr>
          <p:cNvPr id="16" name="">
            <a:hlinkClick r:id="RDemoVideoFile" action="ppaction://media"/>
          </p:cNvPr>
          <p:cNvPicPr>
            <a:picLocks xmlns:a="http://schemas.openxmlformats.org/drawingml/2006/main" noChangeAspect="1"/>
          </p:cNvPicPr>
          <p:nvPr>
            <a:videoFile r:link="RDemoVideoFile"/>
            <p:extLst>
              <p:ext uri="{DAA4B4D4-6D71-4841-9C94-3DE7FCFB9230}">
                <p14:media xmlns:p14="http://schemas.microsoft.com/office/powerpoint/2010/main" r:embed="RDemoVideo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fad6729b78534262"/>
          <a:stretch xmlns:a="http://schemas.openxmlformats.org/drawingml/2006/main"/>
        </p:blipFill>
        <p:spPr>
          <a:xfrm xmlns:a="http://schemas.openxmlformats.org/drawingml/2006/main">
            <a:off x="5829300" y="333375"/>
            <a:ext cx="6191250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58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2026-09-29T21:05:30.7820000Z</dcterms:created>
  <dcterms:modified xsi:type="dcterms:W3CDTF">2026-09-29T21:05:30.7820000Z</dcterms:modified>
</coreProperties>
</file>