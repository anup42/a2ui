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Default Extension="mp4" ContentType="video/mp4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3beb445e4d54399" /><Relationship Type="http://schemas.openxmlformats.org/officeDocument/2006/relationships/extended-properties" Target="/docProps/app.xml" Id="R3b709cae87dd434e" /><Relationship Type="http://schemas.openxmlformats.org/officeDocument/2006/relationships/officeDocument" Target="/ppt/presentation.xml" Id="R0e4b975af94f451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0b88d8778a54089"/>
  </p:sldMasterIdLst>
  <p:notesMasterIdLst>
    <p:notesMasterId xmlns:r="http://schemas.openxmlformats.org/officeDocument/2006/relationships" r:id="Rf0bbb27737e84125"/>
  </p:notesMasterIdLst>
  <p:sldIdLst>
    <p:sldId xmlns:r="http://schemas.openxmlformats.org/officeDocument/2006/relationships" id="256" r:id="R3df4526e77e64b4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566a158bf364df6" /><Relationship Type="http://schemas.openxmlformats.org/officeDocument/2006/relationships/slideMaster" Target="/ppt/slideMasters/slideMaster1.xml" Id="R70b88d8778a54089" /><Relationship Type="http://schemas.openxmlformats.org/officeDocument/2006/relationships/notesMaster" Target="/ppt/notesMasters/notesMaster1.xml" Id="Rf0bbb27737e84125" /><Relationship Type="http://schemas.openxmlformats.org/officeDocument/2006/relationships/presProps" Target="/ppt/presProps.xml" Id="R5774d2f81db54685" /><Relationship Type="http://schemas.openxmlformats.org/officeDocument/2006/relationships/tableStyles" Target="/ppt/tableStyles.xml" Id="Re353159c96cb4622" /><Relationship Type="http://schemas.openxmlformats.org/officeDocument/2006/relationships/slide" Target="/ppt/slides/slide1.xml" Id="R3df4526e77e64b4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13c48f0b0ec4e8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cff116370184fcb" /><Relationship Type="http://schemas.openxmlformats.org/officeDocument/2006/relationships/notesMaster" Target="/ppt/notesMasters/notesMaster1.xml" Id="R5abd770b3a0d447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Demo query: show morning flights from bengaluru to varanasi for tomorrow.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Recorded in the installed Bixby app on Samsung Flip8 SM-F776U on 30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embedded 48.8-second video is an edited capture of one live request. Streaming text is accelerated; the circular progress indicator retains its recorded normal speed. The timer digits refer to source recording time, not inference-only latency. No speed labels or SOURCE TIME label appear in the final video.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demo shows the original Bixby answer, A2UI Express streaming, SDK recovery and native flight cards in the same conversation. Runtime evidence records on-device Gemma4 E2B, GPU FP32, MTP enabled, and one successful conversion using GENERATED_DSL_REPAIR.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Displayed schedules and fares are the Bixby response and are not independently verified booking availability.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 video: C:/Users/anupk/Documents/git/A2UI/GenUICraft/demos/20260930_bixby_flight_live/Bixby_GenUICraft_Varanasi_Demo_Final.mp4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Runtime evidence: C:/Users/anupk/Documents/git/A2UI/GenUICraft/demos/20260930_bixby_flight_live/runtime_evidence.txt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56dfbf02ed245a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139e26f2fd34b03" /><Relationship Type="http://schemas.openxmlformats.org/officeDocument/2006/relationships/slideLayout" Target="/ppt/slideLayouts/slideLayout1.xml" Id="R0992d54d4784474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992d54d4784474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c2bc949fd2654f2c"/><Relationship Type="http://schemas.openxmlformats.org/officeDocument/2006/relationships/image" Target="/ppt/media/image.png" Id="R937952f9f4d041c6"/><Relationship Type="http://schemas.openxmlformats.org/officeDocument/2006/relationships/notesSlide" Target="/ppt/notesSlides/notesSlide1.xml" Id="R53f2a8a20a354f43"/><Relationship Id="RDemoVideoFile" Type="http://schemas.openxmlformats.org/officeDocument/2006/relationships/video" Target="../media/Bixby_GenUICraft_Varanasi_Demo_Final.mp4"/><Relationship Id="RDemoVideoMedia" Type="http://schemas.microsoft.com/office/2007/relationships/media" Target="../media/Bixby_GenUICraft_Varanasi_Demo_Final.mp4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itle">
            <a:extLst xmlns:a="http://schemas.openxmlformats.org/drawingml/2006/main">
              <a:ext uri="{FF2B5EF4-FFF2-40B4-BE49-F238E27FC236}">
                <a16:creationId xmlns:a16="http://schemas.microsoft.com/office/drawing/2014/main" id="{7FE9DEB1-4A89-4DC2-9FC5-51D339548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3875"/>
            <a:ext cx="48577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82333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82333"/>
                </a:solidFill>
                <a:latin typeface="Arial"/>
                <a:ea typeface="Arial"/>
                <a:cs typeface="Arial"/>
              </a:rPr>
              <a:t>GenUICraft</a:t>
            </a:r>
          </a:p>
          <a:p xmlns:a="http://schemas.openxmlformats.org/drawingml/2006/main">
            <a:pPr>
              <a:defRPr sz="3600" b="1">
                <a:solidFill>
                  <a:srgbClr val="182333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82333"/>
                </a:solidFill>
                <a:latin typeface="Arial"/>
                <a:ea typeface="Arial"/>
                <a:cs typeface="Arial"/>
              </a:rPr>
              <a:t>inside Bixby</a:t>
            </a:r>
          </a:p>
        </p:txBody>
      </p:sp>
      <p:sp>
        <p:nvSpPr>
          <p:cNvPr id="2" name="Route">
            <a:extLst xmlns:a="http://schemas.openxmlformats.org/drawingml/2006/main">
              <a:ext uri="{FF2B5EF4-FFF2-40B4-BE49-F238E27FC236}">
                <a16:creationId xmlns:a16="http://schemas.microsoft.com/office/drawing/2014/main" id="{9D307E11-ED52-4C61-A058-CA141BB16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52650"/>
            <a:ext cx="4857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35BD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35BDC"/>
                </a:solidFill>
                <a:latin typeface="Arial"/>
                <a:ea typeface="Arial"/>
                <a:cs typeface="Arial"/>
              </a:rPr>
              <a:t>Bengaluru → Varanasi</a:t>
            </a:r>
          </a:p>
        </p:txBody>
      </p:sp>
      <p:sp>
        <p:nvSpPr>
          <p:cNvPr id="3" name="Query">
            <a:extLst xmlns:a="http://schemas.openxmlformats.org/drawingml/2006/main">
              <a:ext uri="{FF2B5EF4-FFF2-40B4-BE49-F238E27FC236}">
                <a16:creationId xmlns:a16="http://schemas.microsoft.com/office/drawing/2014/main" id="{2F4401E6-76DE-4C11-95B0-D787638FB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19375"/>
            <a:ext cx="4857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6647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66476"/>
                </a:solidFill>
                <a:latin typeface="Arial"/>
                <a:ea typeface="Arial"/>
                <a:cs typeface="Arial"/>
              </a:rPr>
              <a:t>Morning flights for tomorrow</a:t>
            </a:r>
          </a:p>
        </p:txBody>
      </p:sp>
      <p:sp>
        <p:nvSpPr>
          <p:cNvPr id="4" name="Generation heading">
            <a:extLst xmlns:a="http://schemas.openxmlformats.org/drawingml/2006/main">
              <a:ext uri="{FF2B5EF4-FFF2-40B4-BE49-F238E27FC236}">
                <a16:creationId xmlns:a16="http://schemas.microsoft.com/office/drawing/2014/main" id="{AFAF92DD-EB0A-40E0-9FBF-AAF8BEF7C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38525"/>
            <a:ext cx="485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8233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82333"/>
                </a:solidFill>
                <a:latin typeface="Arial"/>
                <a:ea typeface="Arial"/>
                <a:cs typeface="Arial"/>
              </a:rPr>
              <a:t>On-device UI generation</a:t>
            </a:r>
          </a:p>
        </p:txBody>
      </p:sp>
      <p:sp>
        <p:nvSpPr>
          <p:cNvPr id="5" name="Pipeline">
            <a:extLst xmlns:a="http://schemas.openxmlformats.org/drawingml/2006/main">
              <a:ext uri="{FF2B5EF4-FFF2-40B4-BE49-F238E27FC236}">
                <a16:creationId xmlns:a16="http://schemas.microsoft.com/office/drawing/2014/main" id="{441E15D4-C288-417A-AF6A-2DB3FD707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05250"/>
            <a:ext cx="4953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6647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66476"/>
                </a:solidFill>
                <a:latin typeface="Arial"/>
                <a:ea typeface="Arial"/>
                <a:cs typeface="Arial"/>
              </a:rPr>
              <a:t>Bixby answer → A2UI Express</a:t>
            </a:r>
          </a:p>
          <a:p xmlns:a="http://schemas.openxmlformats.org/drawingml/2006/main">
            <a:pPr>
              <a:defRPr sz="1875" b="0">
                <a:solidFill>
                  <a:srgbClr val="56647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66476"/>
                </a:solidFill>
                <a:latin typeface="Arial"/>
                <a:ea typeface="Arial"/>
                <a:cs typeface="Arial"/>
              </a:rPr>
              <a:t>→ recovery → native flight cards</a:t>
            </a:r>
          </a:p>
        </p:txBody>
      </p:sp>
      <p:sp>
        <p:nvSpPr>
          <p:cNvPr id="6" name="Benefit">
            <a:extLst xmlns:a="http://schemas.openxmlformats.org/drawingml/2006/main">
              <a:ext uri="{FF2B5EF4-FFF2-40B4-BE49-F238E27FC236}">
                <a16:creationId xmlns:a16="http://schemas.microsoft.com/office/drawing/2014/main" id="{1BF15B0D-5CDE-4BFC-AB81-ECE9CCB3B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095875"/>
            <a:ext cx="4953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233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82333"/>
                </a:solidFill>
                <a:latin typeface="Arial"/>
                <a:ea typeface="Arial"/>
                <a:cs typeface="Arial"/>
              </a:rPr>
              <a:t>Flight times and fares are easier</a:t>
            </a:r>
          </a:p>
          <a:p xmlns:a="http://schemas.openxmlformats.org/drawingml/2006/main">
            <a:pPr>
              <a:defRPr sz="1875" b="0">
                <a:solidFill>
                  <a:srgbClr val="18233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82333"/>
                </a:solidFill>
                <a:latin typeface="Arial"/>
                <a:ea typeface="Arial"/>
                <a:cs typeface="Arial"/>
              </a:rPr>
              <a:t>to scan in the same conversation.</a:t>
            </a:r>
          </a:p>
        </p:txBody>
      </p:sp>
      <p:sp>
        <p:nvSpPr>
          <p:cNvPr id="7" name="Playback">
            <a:extLst xmlns:a="http://schemas.openxmlformats.org/drawingml/2006/main">
              <a:ext uri="{FF2B5EF4-FFF2-40B4-BE49-F238E27FC236}">
                <a16:creationId xmlns:a16="http://schemas.microsoft.com/office/drawing/2014/main" id="{C1C1B7CC-E544-4F96-8977-0BEAC59DD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485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235BD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35BDC"/>
                </a:solidFill>
                <a:latin typeface="Arial"/>
                <a:ea typeface="Arial"/>
                <a:cs typeface="Arial"/>
              </a:rPr>
              <a:t>Select the video to play</a:t>
            </a:r>
          </a:p>
        </p:txBody>
      </p:sp>
      <p:pic>
        <p:nvPicPr>
          <p:cNvPr id="16" name="">
            <a:hlinkClick r:id="RDemoVideoFile" action="ppaction://media"/>
          </p:cNvPr>
          <p:cNvPicPr>
            <a:picLocks xmlns:a="http://schemas.openxmlformats.org/drawingml/2006/main" noChangeAspect="1"/>
          </p:cNvPicPr>
          <p:nvPr>
            <a:videoFile r:link="RDemoVideoFile"/>
            <p:extLst>
              <p:ext uri="{DAA4B4D4-6D71-4841-9C94-3DE7FCFB9230}">
                <p14:media xmlns:p14="http://schemas.microsoft.com/office/powerpoint/2010/main" r:embed="RDemoVideoMedia"/>
              </p:ext>
            </p:extLst>
          </p:nvPr>
        </p:nvPicPr>
        <p:blipFill>
          <a:blip xmlns:r="http://schemas.openxmlformats.org/officeDocument/2006/relationships" xmlns:a="http://schemas.openxmlformats.org/drawingml/2006/main" r:embed="R937952f9f4d041c6"/>
          <a:stretch xmlns:a="http://schemas.openxmlformats.org/drawingml/2006/main"/>
        </p:blipFill>
        <p:spPr>
          <a:xfrm xmlns:a="http://schemas.openxmlformats.org/drawingml/2006/main">
            <a:off x="5829300" y="333375"/>
            <a:ext cx="6191250" cy="6191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06666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2026-09-29T20:57:12.0060000Z</dcterms:created>
  <dcterms:modified xsi:type="dcterms:W3CDTF">2026-09-29T20:57:12.0060000Z</dcterms:modified>
</coreProperties>
</file>